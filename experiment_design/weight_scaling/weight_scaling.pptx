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>
        <p:scale>
          <a:sx n="66" d="100"/>
          <a:sy n="66" d="100"/>
        </p:scale>
        <p:origin x="5214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7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10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34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656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97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50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8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35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61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06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70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716C7-8413-4291-9EEA-CAAA2D70A2D8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51A88-7DAB-4AFC-8A3C-E0212AC2C2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486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902F0AC-5694-7AE3-C0B1-3B1BC0377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" y="4899966"/>
            <a:ext cx="6044184" cy="161178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FD9219-D34F-EF5E-AAE8-D458A0CF2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" y="6495899"/>
            <a:ext cx="6044184" cy="161178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8DFB9AA-03F7-7E8C-F386-5D3DC550B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" y="8091830"/>
            <a:ext cx="6044184" cy="161178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1CBF57A-9166-957F-BAAC-11F1A2F901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" y="112167"/>
            <a:ext cx="6044184" cy="161178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BAC5EBE-F859-A38E-E29F-A58EB13B10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" y="1708100"/>
            <a:ext cx="6044184" cy="161178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BC6F127-1858-7B20-7297-58071CFBAD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" y="3304033"/>
            <a:ext cx="6044184" cy="16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1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95213D6-7E5E-AE01-ECA5-971AFDC5A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7" y="2648972"/>
            <a:ext cx="5474307" cy="234613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7A3925C-BDEE-C726-AFBB-675835B41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7" y="193524"/>
            <a:ext cx="5474307" cy="234613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3B859B0-BC49-3CB1-AFBE-985BBE28F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7" y="5104420"/>
            <a:ext cx="5474307" cy="234613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C41BC0-06D6-5A87-5EE5-1560A5B300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7" y="7559868"/>
            <a:ext cx="5474307" cy="23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82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A4-Papier (210 x 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Dahlmanns, Jana</dc:creator>
  <cp:lastModifiedBy>Dahlmanns, Jana</cp:lastModifiedBy>
  <cp:revision>1</cp:revision>
  <cp:lastPrinted>2026-03-04T10:39:06Z</cp:lastPrinted>
  <dcterms:created xsi:type="dcterms:W3CDTF">2026-03-04T10:36:24Z</dcterms:created>
  <dcterms:modified xsi:type="dcterms:W3CDTF">2026-03-04T10:45:33Z</dcterms:modified>
</cp:coreProperties>
</file>