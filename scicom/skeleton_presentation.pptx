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5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78" r:id="rId13"/>
    <p:sldId id="274" r:id="rId14"/>
    <p:sldId id="275" r:id="rId15"/>
    <p:sldId id="276" r:id="rId16"/>
    <p:sldId id="280" r:id="rId17"/>
    <p:sldId id="281" r:id="rId18"/>
    <p:sldId id="282" r:id="rId19"/>
    <p:sldId id="284" r:id="rId20"/>
    <p:sldId id="286" r:id="rId21"/>
    <p:sldId id="288" r:id="rId22"/>
    <p:sldId id="289" r:id="rId23"/>
    <p:sldId id="29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8FAFA"/>
    <a:srgbClr val="E3E9EA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6" autoAdjust="0"/>
    <p:restoredTop sz="94688" autoAdjust="0"/>
  </p:normalViewPr>
  <p:slideViewPr>
    <p:cSldViewPr snapToGrid="0">
      <p:cViewPr>
        <p:scale>
          <a:sx n="100" d="100"/>
          <a:sy n="100" d="100"/>
        </p:scale>
        <p:origin x="3120" y="19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15.06.2026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07/relationships/media" Target="../media/media2.mp4"/><Relationship Id="rId7" Type="http://schemas.openxmlformats.org/officeDocument/2006/relationships/image" Target="../media/image20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815257" y="249434"/>
              <a:ext cx="26479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872E9-188D-CACD-9779-ADAF6066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0CAE569-0983-40E0-923E-D14443E6DDEC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56FD6BF-A7E3-C8D0-9285-D6066B60809A}"/>
              </a:ext>
            </a:extLst>
          </p:cNvPr>
          <p:cNvSpPr txBox="1"/>
          <p:nvPr/>
        </p:nvSpPr>
        <p:spPr>
          <a:xfrm>
            <a:off x="673504" y="2411400"/>
            <a:ext cx="171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</a:t>
            </a:r>
          </a:p>
          <a:p>
            <a:r>
              <a:rPr lang="en-US" sz="1200" dirty="0"/>
              <a:t>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6AE5240-0479-9956-4CD7-A7F958CA42FD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4848A3B0-353C-68DB-E31D-9F13FEBFFC7A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313B21F7-89CA-0F57-46CF-23CB7A8AE521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3337974-AD07-435C-D3CB-AC68E7B78856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7668104-F610-4AB7-985F-FFA1CCAA3B19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2DB9E80-09FF-2718-BD5C-C936957F1B61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C3A9C33-DF96-7401-F833-4582934F821C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1B9823E-346B-7746-017F-86C25318ECB9}"/>
              </a:ext>
            </a:extLst>
          </p:cNvPr>
          <p:cNvSpPr/>
          <p:nvPr/>
        </p:nvSpPr>
        <p:spPr>
          <a:xfrm>
            <a:off x="458535" y="3125957"/>
            <a:ext cx="1836990" cy="506576"/>
          </a:xfrm>
          <a:prstGeom prst="ellipse">
            <a:avLst/>
          </a:prstGeom>
          <a:noFill/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3736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1318</Words>
  <Application>Microsoft Office PowerPoint</Application>
  <PresentationFormat>Breitbild</PresentationFormat>
  <Paragraphs>173</Paragraphs>
  <Slides>23</Slides>
  <Notes>6</Notes>
  <HiddenSlides>0</HiddenSlides>
  <MMClips>2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1" baseType="lpstr">
      <vt:lpstr>MS Mincho</vt:lpstr>
      <vt:lpstr>Aptos</vt:lpstr>
      <vt:lpstr>Arial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44</cp:revision>
  <dcterms:created xsi:type="dcterms:W3CDTF">2026-05-06T11:26:19Z</dcterms:created>
  <dcterms:modified xsi:type="dcterms:W3CDTF">2026-06-15T11:54:20Z</dcterms:modified>
</cp:coreProperties>
</file>