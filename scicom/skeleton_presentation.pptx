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9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66" r:id="rId13"/>
    <p:sldId id="274" r:id="rId14"/>
    <p:sldId id="275" r:id="rId15"/>
    <p:sldId id="27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A"/>
    <a:srgbClr val="E3E9EA"/>
    <a:srgbClr val="969696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>
        <p:scale>
          <a:sx n="75" d="100"/>
          <a:sy n="75" d="100"/>
        </p:scale>
        <p:origin x="2322" y="14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519987" y="249434"/>
              <a:ext cx="294322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338866F-1B0D-C6E9-000E-F2C93E258AEE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E6CACB6-FD47-4188-E3B9-82548044312F}"/>
              </a:ext>
            </a:extLst>
          </p:cNvPr>
          <p:cNvSpPr txBox="1"/>
          <p:nvPr/>
        </p:nvSpPr>
        <p:spPr>
          <a:xfrm>
            <a:off x="2362202" y="2717800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Show EA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wiring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EA </a:t>
            </a:r>
            <a:r>
              <a:rPr lang="de-DE" dirty="0" err="1"/>
              <a:t>solution</a:t>
            </a:r>
            <a:r>
              <a:rPr lang="de-DE" dirty="0"/>
              <a:t> </a:t>
            </a:r>
            <a:r>
              <a:rPr lang="de-DE" dirty="0" err="1"/>
              <a:t>beats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– </a:t>
            </a:r>
            <a:r>
              <a:rPr lang="de-DE" dirty="0" err="1"/>
              <a:t>why</a:t>
            </a:r>
            <a:r>
              <a:rPr lang="de-DE" dirty="0"/>
              <a:t>?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50F44B4-89B9-A4E1-D66B-1DE6C63163C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8625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30196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53126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149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52F93A49-5049-7E4C-7F4F-9C5919C4B5A5}"/>
              </a:ext>
            </a:extLst>
          </p:cNvPr>
          <p:cNvSpPr/>
          <p:nvPr/>
        </p:nvSpPr>
        <p:spPr>
          <a:xfrm flipH="1">
            <a:off x="8657661" y="-2930196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D75CC9B-9E4B-B18B-A128-5BA123A97C84}"/>
              </a:ext>
            </a:extLst>
          </p:cNvPr>
          <p:cNvSpPr txBox="1"/>
          <p:nvPr/>
        </p:nvSpPr>
        <p:spPr>
          <a:xfrm>
            <a:off x="10287922" y="153126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179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6C65E094-D373-3EC1-CA69-7C3E3FB3F81F}"/>
              </a:ext>
            </a:extLst>
          </p:cNvPr>
          <p:cNvSpPr/>
          <p:nvPr/>
        </p:nvSpPr>
        <p:spPr>
          <a:xfrm flipH="1">
            <a:off x="8657661" y="-2930196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27CF4BF-86ED-A0D7-3D85-662FDB7CC8DF}"/>
              </a:ext>
            </a:extLst>
          </p:cNvPr>
          <p:cNvSpPr txBox="1"/>
          <p:nvPr/>
        </p:nvSpPr>
        <p:spPr>
          <a:xfrm>
            <a:off x="10287922" y="153126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5674176" cy="12857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A6EBD22-5AEA-EC11-6FD8-B3D2E33611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1157736"/>
            <a:ext cx="7152505" cy="474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98806-010B-C150-EF54-E021DF146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2EC67F4-2EFC-1353-53A6-3D1EC34CED8B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E27FEC-CF18-B41E-767F-E067590DAD6A}"/>
              </a:ext>
            </a:extLst>
          </p:cNvPr>
          <p:cNvSpPr txBox="1"/>
          <p:nvPr/>
        </p:nvSpPr>
        <p:spPr>
          <a:xfrm>
            <a:off x="2362200" y="2717800"/>
            <a:ext cx="84619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Reason: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exhaustion</a:t>
            </a:r>
            <a:r>
              <a:rPr lang="de-DE" dirty="0"/>
              <a:t> –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not optimal in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Show </a:t>
            </a:r>
            <a:r>
              <a:rPr lang="de-DE" dirty="0" err="1"/>
              <a:t>how</a:t>
            </a:r>
            <a:r>
              <a:rPr lang="de-DE" dirty="0"/>
              <a:t> EA </a:t>
            </a:r>
            <a:r>
              <a:rPr lang="de-DE" dirty="0" err="1"/>
              <a:t>solutions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and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513EDA-5644-4A58-4861-5C9FA0103B8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29F392-6C6B-B07A-5B7C-0B2452FE0D5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9627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3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92CC30-3ED4-325B-1A7F-27E0E5EAEA6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4DE647-8299-3C1B-11AC-698E405F9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754</Words>
  <Application>Microsoft Office PowerPoint</Application>
  <PresentationFormat>Breitbild</PresentationFormat>
  <Paragraphs>122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5" baseType="lpstr">
      <vt:lpstr>MS Mincho</vt:lpstr>
      <vt:lpstr>Aptos</vt:lpstr>
      <vt:lpstr>Arial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24</cp:revision>
  <dcterms:created xsi:type="dcterms:W3CDTF">2026-05-06T11:26:19Z</dcterms:created>
  <dcterms:modified xsi:type="dcterms:W3CDTF">2026-05-22T11:40:41Z</dcterms:modified>
</cp:coreProperties>
</file>