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7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7E916-C75D-9C2B-6665-95E9CF2C87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6C911A-B715-559D-C127-965F783C80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688E09-5377-230C-C6E3-EAD2820B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D88C20-1C3D-4330-0F42-728FE3559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8C86E6-E0A8-492C-CE3A-D6075E891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5769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B162A-CD58-DAFB-1805-A0F0EDC4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C9CA43-25B9-6C39-459C-D1C161CD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40DF17-C67E-F880-595E-8E613EC3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E495E8-063A-E658-94D3-C04D49906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C0FAE0-3615-F942-0D58-6EB506921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8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667EE-9ABC-EEB9-E205-9F7BD080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97200F-1969-E5E8-87B2-06C4AC365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A4C9C6-B43C-64C3-9FE6-323E23553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6E6D20-C15E-9A4B-E7C4-B48CA564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D58647-ED64-B26F-8FA9-258F0409B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5382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867456-CE41-7F1A-F976-585AEB959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09C2F1-2368-3FAE-949C-28AD90AC7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CAA5B-5B72-8C19-14E0-829E3D2653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DE57E-9AF3-1A7A-680D-54D58C14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08E8690-61EC-8FA1-3D58-6A43E638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39A715-AD94-4E37-2FB9-DD956B904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6043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97A3-BBE2-0178-D3B6-A2F4470C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AFBFAD-CCD5-C466-C3C2-0778C021F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E4BB46-2A14-ED1E-FBAC-818FEAC42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259A10A-5871-6450-B1EA-D950DC23DD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1596505-DA20-DEDA-71C3-FDFF05304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298891-3462-9432-D3A7-F7CED2C3C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F2AFBA9-7B01-47C9-9A16-B4E338599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FA5641-62D1-9FF5-689E-D559DA6E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80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531508-165D-9017-7E5A-16ADD8006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7DCC3F3-597F-1CA5-C9DC-63DBBD159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80327D-32D6-7007-E74E-13D3E17D8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85E929-7B40-CEB8-D14D-60BF3D1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3973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90DB18-04BE-5056-4475-100035092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078228-42F4-E236-61BB-4F693E8D9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F97A12-9A22-D2AC-2F64-31569A7F9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31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1BB630-BF5A-9032-5984-1B2246D96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EB9898-4742-5563-88ED-EE8FB8A04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E0F5BA3-2937-EDF1-14B0-307ECFD64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6C7E50-BAAE-7DD6-49AF-F78B764B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D678E0-68D3-2A8A-BDAB-F07709B6E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423B8A-F9C1-1539-4183-E0480930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436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BD6DA6-511F-8F1A-9987-234F961B8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D718EE9-9344-AD32-876D-E325B6A167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7F6FFB3-C257-EDBB-E48C-6BCC52685E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D67272-E47E-CE0A-55D0-7A50A72D4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C8FE082-EDE7-A7C7-E3C9-817E195FB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F85447-0B83-6F1A-B160-9B1D93F61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029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22F862-EFDF-C5EB-166E-87EDE9615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C4DDDA-7266-6231-D9F5-47D70A81AE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BA2675-595F-92BD-894A-78AEE13FC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F3026B-1179-3C9C-E9B8-0E2F737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7F486B-64FF-F3D3-EE4B-677591FC6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0693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5990D56-7320-25A8-9542-A6CED4BC9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CFC3AF-E876-08C8-D39A-7A32A40B1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8D3FFA-B7A0-94FE-247D-FA698C0C7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ECDCED-5AD4-6072-0AAB-158DD6BA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55A1D1-9CEF-4777-9589-A938C6651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155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1950D5-9FBE-8E49-A139-4078C1EF1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AF363B-9155-F59F-39EE-90CB0BE51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F512EA-0863-63EE-2C4F-B04A2BC1F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0533D-F09C-441E-936C-5A7061C2C138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DD8B73-9711-F3FF-2368-31865764F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DE3201-B355-7E23-5DC2-91F07C40C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7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B57590F-F699-4A16-8D69-2AAA7EEA52AF}"/>
              </a:ext>
            </a:extLst>
          </p:cNvPr>
          <p:cNvSpPr txBox="1"/>
          <p:nvPr/>
        </p:nvSpPr>
        <p:spPr>
          <a:xfrm>
            <a:off x="901700" y="2505670"/>
            <a:ext cx="10179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/>
              <a:t>Selection</a:t>
            </a:r>
            <a:r>
              <a:rPr lang="de-DE" sz="2400" b="1" dirty="0"/>
              <a:t> and </a:t>
            </a:r>
            <a:r>
              <a:rPr lang="de-DE" sz="2400" b="1" dirty="0" err="1"/>
              <a:t>investigation</a:t>
            </a:r>
            <a:r>
              <a:rPr lang="de-DE" sz="2400" b="1" dirty="0"/>
              <a:t> </a:t>
            </a:r>
            <a:r>
              <a:rPr lang="de-DE" sz="2400" b="1" dirty="0" err="1"/>
              <a:t>of</a:t>
            </a:r>
            <a:r>
              <a:rPr lang="de-DE" sz="2400" b="1" dirty="0"/>
              <a:t> </a:t>
            </a:r>
            <a:r>
              <a:rPr lang="de-DE" sz="2400" b="1" dirty="0" err="1"/>
              <a:t>unsupervised</a:t>
            </a:r>
            <a:r>
              <a:rPr lang="de-DE" sz="2400" b="1" dirty="0"/>
              <a:t> adaptive </a:t>
            </a:r>
            <a:r>
              <a:rPr lang="de-DE" sz="2400" b="1" dirty="0" err="1"/>
              <a:t>learners</a:t>
            </a:r>
            <a:r>
              <a:rPr lang="de-DE" sz="2400" b="1" dirty="0"/>
              <a:t> </a:t>
            </a:r>
            <a:r>
              <a:rPr lang="de-DE" sz="2400" b="1" dirty="0" err="1"/>
              <a:t>with</a:t>
            </a:r>
            <a:r>
              <a:rPr lang="de-DE" sz="2400" b="1" dirty="0"/>
              <a:t> </a:t>
            </a:r>
            <a:r>
              <a:rPr lang="de-DE" sz="2400" b="1" dirty="0" err="1"/>
              <a:t>minmal</a:t>
            </a:r>
            <a:r>
              <a:rPr lang="de-DE" sz="2400" b="1" dirty="0"/>
              <a:t> neuronal </a:t>
            </a:r>
            <a:r>
              <a:rPr lang="de-DE" sz="2400" b="1" dirty="0" err="1"/>
              <a:t>architecture</a:t>
            </a:r>
            <a:endParaRPr lang="de-DE" sz="2400" b="1" dirty="0"/>
          </a:p>
          <a:p>
            <a:pPr algn="ctr"/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0C3C505-7C0F-E0E3-0170-0AC7FF6E1DA9}"/>
              </a:ext>
            </a:extLst>
          </p:cNvPr>
          <p:cNvSpPr txBox="1"/>
          <p:nvPr/>
        </p:nvSpPr>
        <p:spPr>
          <a:xfrm>
            <a:off x="2857500" y="2628900"/>
            <a:ext cx="5140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1 - Who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knows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coffee</a:t>
            </a:r>
            <a:r>
              <a:rPr lang="de-DE" dirty="0"/>
              <a:t> </a:t>
            </a:r>
            <a:r>
              <a:rPr lang="de-DE" dirty="0" err="1"/>
              <a:t>maker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0520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54FBCC8-5E31-A187-52BC-B09F38AF0543}"/>
              </a:ext>
            </a:extLst>
          </p:cNvPr>
          <p:cNvSpPr txBox="1"/>
          <p:nvPr/>
        </p:nvSpPr>
        <p:spPr>
          <a:xfrm>
            <a:off x="3124200" y="2393950"/>
            <a:ext cx="50244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 –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:</a:t>
            </a:r>
            <a:br>
              <a:rPr lang="de-DE" dirty="0"/>
            </a:b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weather</a:t>
            </a:r>
            <a:r>
              <a:rPr lang="de-DE" dirty="0"/>
              <a:t> outside </a:t>
            </a:r>
            <a:r>
              <a:rPr lang="de-DE" dirty="0" err="1"/>
              <a:t>is</a:t>
            </a:r>
            <a:r>
              <a:rPr lang="de-DE" dirty="0"/>
              <a:t> nice </a:t>
            </a:r>
            <a:r>
              <a:rPr lang="de-DE" dirty="0" err="1"/>
              <a:t>today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sky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____.</a:t>
            </a:r>
          </a:p>
        </p:txBody>
      </p:sp>
    </p:spTree>
    <p:extLst>
      <p:ext uri="{BB962C8B-B14F-4D97-AF65-F5344CB8AC3E}">
        <p14:creationId xmlns:p14="http://schemas.microsoft.com/office/powerpoint/2010/main" val="2861102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0D8A66A-0DCA-A62C-88AB-60D786B4BD95}"/>
              </a:ext>
            </a:extLst>
          </p:cNvPr>
          <p:cNvSpPr txBox="1"/>
          <p:nvPr/>
        </p:nvSpPr>
        <p:spPr>
          <a:xfrm>
            <a:off x="3282950" y="2901950"/>
            <a:ext cx="5806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 – Think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directions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took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home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980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4D7F688-F842-C95A-099E-C7B7A6510290}"/>
              </a:ext>
            </a:extLst>
          </p:cNvPr>
          <p:cNvSpPr txBox="1"/>
          <p:nvPr/>
        </p:nvSpPr>
        <p:spPr>
          <a:xfrm>
            <a:off x="3581465" y="558800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89B74C3-6F09-5A82-422F-269F57F12B4A}"/>
              </a:ext>
            </a:extLst>
          </p:cNvPr>
          <p:cNvCxnSpPr/>
          <p:nvPr/>
        </p:nvCxnSpPr>
        <p:spPr>
          <a:xfrm>
            <a:off x="1219200" y="4425950"/>
            <a:ext cx="9480550" cy="88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B42EF9FC-1160-3418-1A99-70E98FEF5535}"/>
              </a:ext>
            </a:extLst>
          </p:cNvPr>
          <p:cNvSpPr txBox="1"/>
          <p:nvPr/>
        </p:nvSpPr>
        <p:spPr>
          <a:xfrm>
            <a:off x="1562100" y="2795369"/>
            <a:ext cx="850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19XX</a:t>
            </a:r>
            <a:br>
              <a:rPr lang="de-DE" dirty="0"/>
            </a:br>
            <a:r>
              <a:rPr lang="de-DE" dirty="0" err="1"/>
              <a:t>turing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C72514F-876D-59D3-5534-95C862237C21}"/>
              </a:ext>
            </a:extLst>
          </p:cNvPr>
          <p:cNvSpPr txBox="1"/>
          <p:nvPr/>
        </p:nvSpPr>
        <p:spPr>
          <a:xfrm>
            <a:off x="3498850" y="2808069"/>
            <a:ext cx="109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19XX</a:t>
            </a:r>
            <a:br>
              <a:rPr lang="de-DE" dirty="0"/>
            </a:br>
            <a:r>
              <a:rPr lang="de-DE" dirty="0" err="1"/>
              <a:t>hopfield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066AFC9-BB0A-2943-AC3E-A86B6CDA9841}"/>
              </a:ext>
            </a:extLst>
          </p:cNvPr>
          <p:cNvSpPr txBox="1"/>
          <p:nvPr/>
        </p:nvSpPr>
        <p:spPr>
          <a:xfrm>
            <a:off x="5959475" y="2808069"/>
            <a:ext cx="109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20XX</a:t>
            </a:r>
            <a:br>
              <a:rPr lang="de-DE" dirty="0"/>
            </a:br>
            <a:r>
              <a:rPr lang="de-DE" dirty="0"/>
              <a:t>de Beer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C08B96-9E05-C408-20E1-6649023D904C}"/>
              </a:ext>
            </a:extLst>
          </p:cNvPr>
          <p:cNvSpPr txBox="1"/>
          <p:nvPr/>
        </p:nvSpPr>
        <p:spPr>
          <a:xfrm>
            <a:off x="7988300" y="2808069"/>
            <a:ext cx="109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20XX</a:t>
            </a:r>
            <a:br>
              <a:rPr lang="de-DE" dirty="0"/>
            </a:br>
            <a:r>
              <a:rPr lang="de-DE" dirty="0"/>
              <a:t>Bongard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91B0ACF-1E3E-57C1-5F0A-08A4249D6E10}"/>
              </a:ext>
            </a:extLst>
          </p:cNvPr>
          <p:cNvCxnSpPr/>
          <p:nvPr/>
        </p:nvCxnSpPr>
        <p:spPr>
          <a:xfrm>
            <a:off x="1835150" y="3524250"/>
            <a:ext cx="0" cy="901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7BC7D1EA-FA0D-0FA4-0410-87310DE765CC}"/>
              </a:ext>
            </a:extLst>
          </p:cNvPr>
          <p:cNvCxnSpPr/>
          <p:nvPr/>
        </p:nvCxnSpPr>
        <p:spPr>
          <a:xfrm>
            <a:off x="3987800" y="3568700"/>
            <a:ext cx="0" cy="901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74B60B16-B9D5-DFF3-9BB5-B6BD14477A0D}"/>
              </a:ext>
            </a:extLst>
          </p:cNvPr>
          <p:cNvCxnSpPr/>
          <p:nvPr/>
        </p:nvCxnSpPr>
        <p:spPr>
          <a:xfrm>
            <a:off x="6375400" y="3568700"/>
            <a:ext cx="0" cy="901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25B5581-48D2-CC36-1782-565468EC969B}"/>
              </a:ext>
            </a:extLst>
          </p:cNvPr>
          <p:cNvCxnSpPr/>
          <p:nvPr/>
        </p:nvCxnSpPr>
        <p:spPr>
          <a:xfrm>
            <a:off x="8509000" y="3568700"/>
            <a:ext cx="0" cy="901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04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C34B002-6F0F-E2A9-5A8D-35E8245D38CC}"/>
              </a:ext>
            </a:extLst>
          </p:cNvPr>
          <p:cNvSpPr txBox="1"/>
          <p:nvPr/>
        </p:nvSpPr>
        <p:spPr>
          <a:xfrm>
            <a:off x="3581465" y="558800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29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5" y="558800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3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0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3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0" y="2527300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5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19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338866F-1B0D-C6E9-000E-F2C93E258AEE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E6CACB6-FD47-4188-E3B9-82548044312F}"/>
              </a:ext>
            </a:extLst>
          </p:cNvPr>
          <p:cNvSpPr txBox="1"/>
          <p:nvPr/>
        </p:nvSpPr>
        <p:spPr>
          <a:xfrm>
            <a:off x="2362200" y="2717800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Show EA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wiring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EA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beats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– </a:t>
            </a:r>
            <a:r>
              <a:rPr lang="de-DE" dirty="0" err="1"/>
              <a:t>why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68625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8806-010B-C150-EF54-E021DF146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2EC67F4-2EFC-1353-53A6-3D1EC34CED8B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E27FEC-CF18-B41E-767F-E067590DAD6A}"/>
              </a:ext>
            </a:extLst>
          </p:cNvPr>
          <p:cNvSpPr txBox="1"/>
          <p:nvPr/>
        </p:nvSpPr>
        <p:spPr>
          <a:xfrm>
            <a:off x="2362200" y="2717800"/>
            <a:ext cx="84619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Reason: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exhaustion</a:t>
            </a:r>
            <a:r>
              <a:rPr lang="de-DE" dirty="0"/>
              <a:t> –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not optimal in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Show </a:t>
            </a:r>
            <a:r>
              <a:rPr lang="de-DE" dirty="0" err="1"/>
              <a:t>how</a:t>
            </a:r>
            <a:r>
              <a:rPr lang="de-DE" dirty="0"/>
              <a:t> EA </a:t>
            </a:r>
            <a:r>
              <a:rPr lang="de-DE" dirty="0" err="1"/>
              <a:t>solutions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and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comparison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9627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1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468</Words>
  <Application>Microsoft Office PowerPoint</Application>
  <PresentationFormat>Breitbild</PresentationFormat>
  <Paragraphs>63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1</cp:revision>
  <dcterms:created xsi:type="dcterms:W3CDTF">2026-05-06T11:26:19Z</dcterms:created>
  <dcterms:modified xsi:type="dcterms:W3CDTF">2026-05-06T11:51:44Z</dcterms:modified>
</cp:coreProperties>
</file>